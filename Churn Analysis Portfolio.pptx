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4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9123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E4572E"/>
          </a:solidFill>
          <a:ln/>
        </p:spPr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945" y="929945"/>
            <a:ext cx="608990" cy="608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&amp; Preventing Customer Churn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churn analysis for a telecom business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4160520"/>
            <a:ext cx="2926080" cy="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(Pandas, Scikit-learn)   · 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 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(Dashboarding)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Tushar Vaidya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6309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Engineering, IIT (ISM) Dhanbad  ·  Data Analytics Internship Applicant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companies lose a significant share of subscribers every year. Acquiring a new customer costs far more than retaining one — so the earlier a business can flag who is likely to leave, the more revenue it can protect.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42900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asks two questions: which customers are most likely to churn, and why — so retention efforts can be targeted, not generic.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0" y="1417320"/>
            <a:ext cx="4754880" cy="4206240"/>
          </a:xfrm>
          <a:prstGeom prst="roundRect">
            <a:avLst>
              <a:gd name="adj" fmla="val 2609"/>
            </a:avLst>
          </a:prstGeom>
          <a:solidFill>
            <a:srgbClr val="0B2545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0" y="18288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26.6%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7223760" y="2788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in this dataset churned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0" y="3520440"/>
            <a:ext cx="3840480" cy="0"/>
          </a:xfrm>
          <a:prstGeom prst="line">
            <a:avLst/>
          </a:prstGeom>
          <a:noFill/>
          <a:ln w="12700">
            <a:solidFill>
              <a:srgbClr val="2E4E7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0" y="3703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7,032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22376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 analyzed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223760" y="5120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IBM Telco Customer Churn dataset (Kaggle)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" name="Image 0" descr="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Approach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26030" cy="3931920"/>
          </a:xfrm>
          <a:prstGeom prst="roundRect">
            <a:avLst>
              <a:gd name="adj" fmla="val 3620"/>
            </a:avLst>
          </a:prstGeom>
          <a:solidFill>
            <a:srgbClr val="F7F9FB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45895" y="2011680"/>
            <a:ext cx="731520" cy="7315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" name="Image 1" descr="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0487" y="2212848"/>
            <a:ext cx="402336" cy="4023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7175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31520" y="3017520"/>
            <a:ext cx="2160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77240" y="3520440"/>
            <a:ext cx="20688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data types, handled missing values, verified consistency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94710" y="1645920"/>
            <a:ext cx="2526030" cy="3931920"/>
          </a:xfrm>
          <a:prstGeom prst="roundRect">
            <a:avLst>
              <a:gd name="adj" fmla="val 3620"/>
            </a:avLst>
          </a:prstGeom>
          <a:solidFill>
            <a:srgbClr val="F7F9FB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91965" y="20116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icons/co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6557" y="2212848"/>
            <a:ext cx="402336" cy="4023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1782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577590" y="3017520"/>
            <a:ext cx="2160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3623310" y="3520440"/>
            <a:ext cx="20688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TenureGroup, HighRiskCustomer, AvgRevenuePerMonth &amp; more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40780" y="1645920"/>
            <a:ext cx="2526030" cy="3931920"/>
          </a:xfrm>
          <a:prstGeom prst="roundRect">
            <a:avLst>
              <a:gd name="adj" fmla="val 3620"/>
            </a:avLst>
          </a:prstGeom>
          <a:solidFill>
            <a:srgbClr val="F7F9FB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138035" y="2011680"/>
            <a:ext cx="731520" cy="7315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9" name="Image 3" descr="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2627" y="2212848"/>
            <a:ext cx="402336" cy="40233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6389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423660" y="3017520"/>
            <a:ext cx="2160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469380" y="3520440"/>
            <a:ext cx="20688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&amp; compared Logistic Regression vs Random Forest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9086850" y="1645920"/>
            <a:ext cx="2526030" cy="3931920"/>
          </a:xfrm>
          <a:prstGeom prst="roundRect">
            <a:avLst>
              <a:gd name="adj" fmla="val 3620"/>
            </a:avLst>
          </a:prstGeom>
          <a:solidFill>
            <a:srgbClr val="F7F9FB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984105" y="20116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5" name="Image 4" descr="icons/pie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8697" y="2212848"/>
            <a:ext cx="402336" cy="40233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10996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9269730" y="3017520"/>
            <a:ext cx="2160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800" dirty="0"/>
          </a:p>
        </p:txBody>
      </p:sp>
      <p:sp>
        <p:nvSpPr>
          <p:cNvPr id="28" name="Text 21"/>
          <p:cNvSpPr/>
          <p:nvPr/>
        </p:nvSpPr>
        <p:spPr>
          <a:xfrm>
            <a:off x="9315450" y="3520440"/>
            <a:ext cx="20688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interactive Power BI dashboard for stakeholders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was driven by the same goal: turn raw customer records into a specific, actionable retention plan.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" name="Image 0" descr="icons/c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Highlights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581912"/>
            <a:ext cx="201168" cy="20116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3"/>
          <p:cNvSpPr/>
          <p:nvPr/>
        </p:nvSpPr>
        <p:spPr>
          <a:xfrm>
            <a:off x="1051560" y="1463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TenureGroup  — 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Bucketed tenure into New / Growing / Established / Loyal to reveal lifecycle risk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33472"/>
            <a:ext cx="201168" cy="20116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2514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HighRiskCustomer  — 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customers combining month-to-month contract, electronic check payment &amp; no online security — an interaction Logistic Regression can't learn on its own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685032"/>
            <a:ext cx="201168" cy="20116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35661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AvgRevenuePerMonth  — 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charges normalized by tenure, isolating value independent of customer age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736592"/>
            <a:ext cx="201168" cy="20116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9"/>
          <p:cNvSpPr/>
          <p:nvPr/>
        </p:nvSpPr>
        <p:spPr>
          <a:xfrm>
            <a:off x="1051560" y="46177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ServiceCount  — 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subscribed services, testing whether bundling affects loyalty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" name="Image 0" descr="icons/chart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Churning? Contract &amp; Payment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 by contract type (%)</a:t>
            </a:r>
            <a:endParaRPr lang="en-US" sz="1400" dirty="0"/>
          </a:p>
        </p:txBody>
      </p:sp>
      <p:pic>
        <p:nvPicPr>
          <p:cNvPr id="6" name="Image 1" descr="chart_contrac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737360"/>
            <a:ext cx="5577840" cy="4206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 by payment method (%)</a:t>
            </a:r>
            <a:endParaRPr lang="en-US" sz="1400" dirty="0"/>
          </a:p>
        </p:txBody>
      </p:sp>
      <p:pic>
        <p:nvPicPr>
          <p:cNvPr id="8" name="Image 2" descr="chart_paymen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17920" y="1737360"/>
            <a:ext cx="5577840" cy="42062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" name="Image 0" descr="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Modeling: Logistic Regression vs Random Forest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23774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Churn-class 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411480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was selected as the final model — a very similar accuracy to Random Forest, but with a materially better ROC-AUC and more interpretable coefficients for a business audience.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6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C75EC-B24B-5A1A-7426-0A5E8ACE3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361" y="1463041"/>
            <a:ext cx="4269933" cy="3718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" name="Image 0" descr="icons/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Interpretations</a:t>
            </a:r>
          </a:p>
        </p:txBody>
      </p:sp>
      <p:sp>
        <p:nvSpPr>
          <p:cNvPr id="5" name="Text 2"/>
          <p:cNvSpPr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Confusion Matrix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2179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Drivers of Churn (Feature Importance)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7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1EF040-5BA2-0217-C151-E5C730D1C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" y="1714314"/>
            <a:ext cx="4884843" cy="429805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6AEF6F0-C961-F7CB-FBA2-8BB4525BC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810910"/>
            <a:ext cx="5486400" cy="42014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E4572E"/>
          </a:solidFill>
          <a:ln/>
        </p:spPr>
      </p:sp>
      <p:pic>
        <p:nvPicPr>
          <p:cNvPr id="3" name="Image 0" descr="icons/pie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800" b="1" dirty="0">
                <a:solidFill>
                  <a:schemeClr val="bg1"/>
                </a:solidFill>
              </a:rPr>
              <a:t>From Prediction to Business Decision</a:t>
            </a:r>
            <a:endParaRPr lang="en-US" sz="2600" b="1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 was translated into an interactive Power BI dashboard, so non-technical stakeholders can filter by contract, service, and demographic to explore churn risk themselves.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22960" y="1965960"/>
            <a:ext cx="10515600" cy="4572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7" name="Image 1" descr="/mnt/user-data/uploads/1783364625223_imag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0120" y="2103120"/>
            <a:ext cx="10241280" cy="4297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" name="Image 0" descr="icons/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800" b="1" dirty="0"/>
              <a:t>Business Recommendations</a:t>
            </a:r>
            <a:endParaRPr lang="en-US" sz="2600" b="1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19072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554480" y="15727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month-to-month customers first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54480" y="1938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churn at 42.7% vs. 2.8% for two-year contracts — the single biggest lever available.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295351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953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554480" y="280720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electronic check experience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554480" y="317296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45.3% churn rate vs. ~15-19% for other payment methods — investigate friction or trust issues in that flow.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9319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77240" y="4187952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7" name="Text 14"/>
          <p:cNvSpPr/>
          <p:nvPr/>
        </p:nvSpPr>
        <p:spPr>
          <a:xfrm>
            <a:off x="777240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554480" y="404164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the first 12 months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554480" y="440740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customers churn ~5x more than loyal ones — early onboarding and check-ins matter most.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77240" y="542239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5422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554480" y="527608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high-risk segment closely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554480" y="564184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combining month-to-month + electronic check + no online security are compounding multiple risk factors at once.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2852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Do Next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636776"/>
            <a:ext cx="182880" cy="18288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1508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5-fold cross-validation to confirm the model comparison holds beyond one train/test split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551176"/>
            <a:ext cx="182880" cy="18288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24231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 ablation: does removing binned duplicate features (TenureGroup, CustomerValue) change performance?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182880" cy="18288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337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classification threshold to trade precision for recall — missing a churner costs more than a false alarm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4379976"/>
            <a:ext cx="182880" cy="18288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42519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SQL layer once this data lives in a relational database, for repeatable aggregation pipelines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2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E4572E"/>
          </a:solidFill>
          <a:ln/>
        </p:spPr>
      </p:sp>
      <p:pic>
        <p:nvPicPr>
          <p:cNvPr id="3" name="Image 0" descr="icons/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945" y="929945"/>
            <a:ext cx="608990" cy="608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3774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3375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to walk through the notebook, the SQL equivalents, or the dashboard live.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023360"/>
            <a:ext cx="2926080" cy="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4251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Tushar Vaidya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Engineering, IIT (ISM) Dhanbad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https://github.com/TusharVaidya2410   ·   Email: 24je0471@iitism.ac.in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635</Words>
  <Application>Microsoft Office PowerPoint</Application>
  <PresentationFormat>Widescreen</PresentationFormat>
  <Paragraphs>97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Telecom Customer Churn Analytics</dc:title>
  <dc:subject>PptxGenJS Presentation</dc:subject>
  <dc:creator>Tushar Vaidya</dc:creator>
  <cp:lastModifiedBy>Tushar Vaidya</cp:lastModifiedBy>
  <cp:revision>7</cp:revision>
  <dcterms:created xsi:type="dcterms:W3CDTF">2026-07-06T19:25:05Z</dcterms:created>
  <dcterms:modified xsi:type="dcterms:W3CDTF">2026-07-07T10:02:35Z</dcterms:modified>
</cp:coreProperties>
</file>